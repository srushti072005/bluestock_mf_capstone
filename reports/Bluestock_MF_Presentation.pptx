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Bluestock Mutual Fund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8C00"/>
                </a:solidFill>
              </a:rPr>
              <a:t>Capstone Project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Srushti Deshmukh | Bluestock Fintech Internship 2026 | Cohort MJ28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PROBLEM:
• Mutual fund data is complex
• Investors need clear insights
• No unified analytics platform
OBJECTIVE:
• Build analytics pipeline
• Analyze NAV for 5 schemes
• Create Power BI dashboard
• Generate investment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Data Sources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DATA SOURCES:
• mfapi.in - Live NAV API
• fund_master.csv - 15 schemes
• nav_history.csv - 150 records
• live_nav.csv - Latest NAV
TECH STACK:
• Python, Pandas, NumPy
• SQLite, SQLAlchemy
• Matplotlib, Seaborn, Plotly
• Power BI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Project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Day 1: Data Ingestion (ETL)
• Loaded 3 CSV datasets
• Fetched live NAV from API
Day 2: Data Cleaning + SQL
• Cleaned all CSV files
• Created SQLite database
• Wrote 10 SQL queries
Day 3: EDA Analysis
• Created 15 charts
• Documented 10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</a:rPr>
              <a:t>Day 4: Performance Analytics
• CAGR calculation
• Sharpe Ratio analysis
Day 5: Power BI Dashboard
• 4 page dashboard
• Interactive charts
Day 6: Advanced Analytics
• VaR/CVaR analysis
• Fund Recommender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KEY FINDINGS:
• 15 charts created for visualization
• SBI Bluechip has highest NAV
• All 5 schemes show positive growth
• Kotak Bluechip is most stable
• All schemes highly correlated (&gt;0.95)
• 30 days data per scheme collected
• No missing values after cleaning
• NAV range: 97 to 115 approx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METRICS CALCULATED:
• CAGR for all 5 schemes
• Sharpe Ratio analysis
• Risk vs Return comparison
• Volatility analysis
• Rolling 90-day Sharpe
• Historical VaR (95%)
• CVaR analysis
• Fund risk grades assigned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Database &amp; 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SQLITE DATABASE:
• 3 Tables created:
  - fact_nav
  - dim_fund
  - fact_live_nav
10 SQL QUERIES:
• Top 5 funds by NAV
• Average NAV per scheme
• Latest NAV comparison
• Min/Max NAV analysis
• Fund performance ranking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4 INTERACTIVE PAGES:
Page 1 - Industry Overview
• NAV trend, KPI cards, Slicer
Page 2 - Fund Performance
• Bar chart, Scatter plot, Slicer
Page 3 - Investor Analytics
• Pie chart, Bar chart, Slicer
Page 4 - SIP &amp; Market Trends
• Line chart, Area chart, Slicer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Advanced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RISK METRICS:
• Historical VaR (95%) for all schemes
• CVaR - Conditional Risk Analysis
• Rolling Sharpe Ratio plotted
• Fund Recommender System built
INSIGHTS:
• Best Sharpe Ratio fund identified
• Most consistent fund identified
• Highest returns fund identified
• Risk grades: Low/Moderate/High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• SBI Bluechip leads in NAV growth
• All schemes show positive returns
• High correlation between schemes
• Kotak Bluechip is most stable
• ICICI Bluechip best risk-adjusted returns
• All schemes are moderate risk
• Rolling Sharpe improves over time
• Fund Recommender works accurately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529B"/>
                </a:solidFill>
              </a:rPr>
              <a:t>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GITHUB:
https://github.com/Srushti072005/bluestock_mf_capstone
DELIVERABLES:
• 01_data_ingestion.ipynb
• 02_data_cleaning.ipynb
• 03_eda_analysis.ipynb
• 04_performance_analytics.ipynb
• bluestock_mf_dashboard.pbix
• 05_advanced_analytics.ipynb
• Final_Report.pdf
• Presentation.pptx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8C00"/>
                </a:solidFill>
              </a:rPr>
              <a:t>Srushti Deshmukh
Bluestock Fintech Internship 2026 | Cohort MJ28
GitHub: Srushti072005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